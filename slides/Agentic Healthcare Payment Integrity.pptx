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2a1fd1d3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2a1fd1d3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2a1fd1d3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2a1fd1d3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2a1fd1d3b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2a1fd1d3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2a1fd1d3b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2a1fd1d3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2a1fd1d3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2a1fd1d3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2a1fd1d3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2a1fd1d3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2a2869edc_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2a2869edc_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2a2869edc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2a2869edc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2a2869edc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2a2869edc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2a1fd1d3b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2a1fd1d3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2a1fd1d3b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2a1fd1d3b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synthea.mitre.org/download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Agentic Healthcare Payment Integrity Review Assistant </a:t>
            </a:r>
            <a:endParaRPr sz="36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6416725" y="3112350"/>
            <a:ext cx="2433300" cy="15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                                                                                                   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Maithili Annavarapu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maithili.a7@gmail.com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729450" y="871925"/>
            <a:ext cx="8484600" cy="41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Millions of healthcare claims are processed every year.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 claim review is slow and expensive.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Reviewers must evaluate: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Clinical appropriateness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Billing accuracy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behavior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fraud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Existing workflows require reviewing multiple sources of information before making a decision.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an explainable AI assistant that helps payment integrity reviewers make faster and more consistent claim decisions.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727650" y="653225"/>
            <a:ext cx="7688700" cy="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645925"/>
            <a:ext cx="7688700" cy="5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Proposed Solution 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73600" y="1301700"/>
            <a:ext cx="7885200" cy="36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Instead of using one large AI model,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designed an </a:t>
            </a: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agentic AI architecture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where multiple specialist tools independently review different aspects of a healthcare claim. I have used </a:t>
            </a:r>
            <a:r>
              <a:rPr lang="en-GB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Synthea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dataset for this project.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tool contributes its expertise before a final decision agent combines the results into one explainable recommendation.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Explainable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Modular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 to extend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Human-in-the-loop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Transparent decision making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645925"/>
            <a:ext cx="7688700" cy="5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Value 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653450" y="1376625"/>
            <a:ext cx="7945500" cy="35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proposed architecture can help organizations: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manual review effort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 suspicious billing patterns earlier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 reviewer productivity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 consistent claim explanations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payment integrity teams with evidence-based recommendations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future applications: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Clinical document summarization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claim prioritization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Reviewer feedback learning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683775" y="678550"/>
            <a:ext cx="7734300" cy="5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Architecture 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4950" y="1119750"/>
            <a:ext cx="4646900" cy="392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635050"/>
            <a:ext cx="7688700" cy="5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Specialist Tools 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353400" y="1396600"/>
            <a:ext cx="3509700" cy="3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Clinical Tool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Lightweight RAG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Retrieves clinical guideline evidence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evaluates clinical appropriateness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Financial Tool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 Regressor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Predicts expected claim amount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explains financial deviation</a:t>
            </a:r>
            <a:endParaRPr sz="1400"/>
          </a:p>
        </p:txBody>
      </p:sp>
      <p:sp>
        <p:nvSpPr>
          <p:cNvPr id="118" name="Google Shape;118;p18"/>
          <p:cNvSpPr txBox="1"/>
          <p:nvPr/>
        </p:nvSpPr>
        <p:spPr>
          <a:xfrm>
            <a:off x="4359300" y="1396600"/>
            <a:ext cx="4248000" cy="3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/>
              <a:t>Provider Tool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Provider utilization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Historical billing patterns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Specialty comparisons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Provider behavior assessment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Fraud Tool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Isolation Forest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Detects anomalous claims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Fraud score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Potential fraud indicator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593200" y="624175"/>
            <a:ext cx="7824900" cy="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Decision Agent 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132025" y="1185150"/>
            <a:ext cx="8672100" cy="3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t/>
            </a:r>
            <a:endParaRPr sz="1400"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00" y="1474675"/>
            <a:ext cx="5412698" cy="2751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/>
        </p:nvSpPr>
        <p:spPr>
          <a:xfrm>
            <a:off x="5859875" y="1474675"/>
            <a:ext cx="2611800" cy="30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Outputs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Approve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Manual Review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Deny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Fraud Risk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Risk Score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>
                <a:solidFill>
                  <a:schemeClr val="dk2"/>
                </a:solidFill>
              </a:rPr>
              <a:t>Explainable Recommendation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683975"/>
            <a:ext cx="7688700" cy="5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Evaluation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547175" y="1167375"/>
            <a:ext cx="7761600" cy="3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Created a synthetic test dataset with 20 representative healthcare claims.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Included scenarios such as normal claims, duplicate claims, repeat procedures, clinical mismatches, high-value claims, and fraud anomalies.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Claim Decision Accuracy: 18/20 (90%)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Fraud Flag Accuracy: 18/20 (90%)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End-to-End Latency: ≈ 4 seconds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Successfully generated explainable recommendations for all test cases.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686875"/>
            <a:ext cx="76887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Demonstration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63" y="1330975"/>
            <a:ext cx="8472474" cy="351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729450" y="730950"/>
            <a:ext cx="7688700" cy="5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729450" y="1375900"/>
            <a:ext cx="7688700" cy="31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Developed an Agentic Healthcare Payment Integrity Review Assistant for healthcare claim review.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Combined RAG, Random Forest Regression, Provider Behavior Analysis, Isolation Forest, and LLM reasoning into a modular AI workflow.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Generated transparent and explainable claim review recommendations to support payment integrity analysts.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Demonstrated how Agentic AI can improve efficiency, consistency, and decision support while keeping humans involved in the review process.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729450" y="667950"/>
            <a:ext cx="7688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Work 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727650" y="1452125"/>
            <a:ext cx="7688700" cy="30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Larger clinical knowledge base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Real payer policies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Provider network analytics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Real-time claims processing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Learning from reviewer feedback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Deployment on cloud infrastructure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Integration with enterprise healthcare systems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3281900" y="2078875"/>
            <a:ext cx="2471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000">
                <a:solidFill>
                  <a:srgbClr val="000000"/>
                </a:solidFill>
              </a:rPr>
              <a:t>THANK YOU</a:t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